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Hook, 12 seconds. Do not start with algorithms. Ask: what happens when 40 AMRs share one aisle and the 5G controller dies? Pause. Then: today they freeze. Ours keep working because each robot is its own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city: Hyderabad 3PL, or any Indian e-commerce DC. Judges care that this is a warehouse problem, not a robotics paper. Stress mixed humans + robots and patchy indoor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dunk on industry unfairly. Say: central control is the default because it is easier to code. That is why teams fake decentralization. We refused that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junction metaphor is the usefulness. Cars do not call a traffic-light server for every meter. Neither should AMRs in a rack aisle.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live radio panel during the demo. That packet feed is the proof. If they cannot see packets, it looks like a central brain with a pretty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scores tie or radio is stale: stalemate timeout, then lower robot_id yields. Deterministic. Never 'if robot_id == R1: pass'.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fast. Algorithm is backup for a technical judge. The live demo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a customer: any 3PL doing e-commerce pick-pack with AMRs. We did not fake a signed MoU. The map is a faithful aisle geometry, not a brand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Memorize: 93 / 50 / 99 / 327. Baseline deadlocks. Ours finishes. If they push for a percentage, repeat: a percentage against an incomplete baseline is a lie. Source: metrics.json for the first three rows, probe_26123_scale_delay.json for the 8-robot row, probe_26123_ablation.json for the RC1-RC5 attribution. Robustness: 40% loss finishes 137-196 ticks, 3-tick delay finishes 103 ticks with 0 conflicts, 70% loss finishes 141-213 ticks. 8 robots is our measured ceiling; we do not claim 40-robot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twice with a timer. Have a 20-second backup screen recording if the judging laptop has no Python. Live first. Recording is insurance. Radio honesty if asked: 40% loss still completes 6/6 in 137-196 ticks with 0 deadlocks; 3 ticks of delay still completes 6/6 at 103 ticks with 0 intention conflicts; 70% loss still completes 6/6 in 141-213 ticks with 0.6 deadlocks. And 8 robots / 16 tasks finish 5/5 seeds at 327 ticks. All of that is results/degradation.json and results/probe_26123_scale_delay.json, measured, not 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here scores. Teams that claim a live warehouse with a grid sim get torn apart. Offer the Pi path as the next funded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line, then wait for questions. Do not keep talking. If they ask usefulness: a picker in the aisle is not an exception — it is the job. Central control treats humans as faults. This treats them as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SIH26123  ·  EDGE-AI DISTRIBUTED FLEET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3E6D4"/>
                </a:solidFill>
                <a:latin typeface="Calibri"/>
              </a:rPr>
              <a:t>If the control room dies,</a:t>
            </a:r>
          </a:p>
          <a:p>
            <a:pPr algn="l">
              <a:spcAft>
                <a:spcPts val="1200"/>
              </a:spcAft>
            </a:pPr>
            <a:r>
              <a:rPr sz="4000" b="1">
                <a:solidFill>
                  <a:srgbClr val="E0A106"/>
                </a:solidFill>
                <a:latin typeface="Calibri"/>
              </a:rPr>
              <a:t>the aisle should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9A58C"/>
                </a:solidFill>
                <a:latin typeface="Calibri"/>
              </a:rPr>
              <a:t>Three warehouse AMRs. No central dispatcher. Each robot broadcasts, auctions work, and yields locally — including when a human blocks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F9E8A"/>
                </a:solidFill>
                <a:latin typeface="Calibri"/>
              </a:rPr>
              <a:t>Prototype  ·  Hyderabad 3PL rack floor  ·  measured vs stop-and-wait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REAL PROBLEM  ·  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Indian 3PL warehouses already have the failure mode.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Narrow aisles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1-wide rack corridors. Two AMRs cannot pass. A picker or carton blocks the only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Central WMS / 5G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Every move waits on the cloud. Latency, cost, and a single outage stop the shift.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Mixed traffic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Humans, forklifts, robots. Obstacles are not in the map. They appear mid-pick.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49039"/>
            <a:ext cx="91440" cy="2148840"/>
          </a:xfrm>
          <a:prstGeom prst="rect">
            <a:avLst/>
          </a:prstGeom>
          <a:solidFill>
            <a:srgbClr val="C4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4B2B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Both robots see a conflict and freeze. Deadlock. Picks do not leave the aisle.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GAP  ·  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Two common answers both fail on a live floor.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Central reservation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A fleet computer locks cells for everyone. Fast on a whiteboard. Dead when the link dies. Judges will ask: does Robot A know Robot B through a scheduler?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Safe and dumb. On a 1-wide aisle both freeze. Our baseline never finishes 6 jobs in 800 ticks.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CORE IDEA  ·  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3E6D4"/>
                </a:solidFill>
                <a:latin typeface="Calibri"/>
              </a:rPr>
              <a:t>Every robot is a planner + a radio.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They negotiate like drivers at an unsignalized junction — not like clients of a control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Sense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Local range-2 obstacle + peer pose/path.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Broadcast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Direct peer packets. No scheduler in the middle.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Distance + battery + congestion + workload.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Yield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UBPA right-of-way. One steps into a turnout.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59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19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5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Replan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Live block → new path or RELEASE + re-auction.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ARCHITECTURE  ·  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The dashboard is a spectator. It never assigns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1
local planner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2
local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3
local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109960" cy="7772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1712"/>
                </a:solidFill>
                <a:latin typeface="Calibri"/>
              </a:rPr>
              <a:t>Peer broadcast  ·  PEER_STATE / BID / YIELD_QUERY  ·  not a dispatcher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Conflict from planned_path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Local negotiation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UBPA yield / replan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Judge question: does Robot A know what Robot B is doing directly, or through something else?
Answer: directly, through the peer broadcast.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INNOVATION  ·  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UBPA: an explainable right-of-way, not a token 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U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37160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Urgency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Hot order / perishable pick scores higher.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46888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63347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Battery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Low battery should not sit in a deadlock.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56616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73075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Priority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Role / SLA weight, still local.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6460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66344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2803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Arrival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Who reached the conflict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ALGORITHM  ·  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Four local rules. Zero central 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Auction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distance + battery penalty + congestion + workload. Lowest valid bid wins. Invalid if battery cannot finish pick+drop.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Space-time A*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Each robot plans around peer paths it has heard. The world does not reserve cells for the fleet.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UBPA yield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On head-on: lower score steps into a turnout. Negotiation packets: YIELD_QUERY / ACK / NACK.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Stalemate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If both have stale data for 8 ticks, lower id yields. Then replan. If pick is unreachable, RELEASE and re-auction.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INDIA VALIDATION  ·  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Hyderabad 3PL rack map, not an empty grid.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Layout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25×11 cells. 1-wide rack aisles. Two highways. Depot and charger. Turnout bays so a yield is physically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Traffic mix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Mouse click = human / forklift / fallen carton. Robots sense range 2, broadcast the obstacle, replan.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Radio reality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Indoor 5G/Wi-Fi is lossy: at 40% packet loss the same 6/6 still finish, just later (137–196 ticks vs 93 clean) with 0 deadlocks. Sliders are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00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Why here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Indian 3PLs buy AMRs faster than they buy a second control room. Edge negotiation is the cheap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MEASURED RESULTS  ·  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Same map. Same seeds. Baseline never finishes.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Do not say “X% faster.” There is no finish time to divide. Source: results/metrics.json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3017520" cy="5029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481328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591056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Stop-and-wait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81328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591056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UBPA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84248"/>
            <a:ext cx="301752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112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3E6D4"/>
                </a:solidFill>
                <a:latin typeface="Calibri"/>
              </a:rPr>
              <a:t>E1 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984248"/>
            <a:ext cx="406908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112264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4B2B"/>
                </a:solidFill>
                <a:latin typeface="Calibri"/>
              </a:rPr>
              <a:t>incomplete · 0/6 jobs · 2 deadlocks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984248"/>
            <a:ext cx="406908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112264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9E8A"/>
                </a:solidFill>
                <a:latin typeface="Calibri"/>
              </a:rPr>
              <a:t>93 ticks · 6/6 · 0 deadlocks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51176"/>
            <a:ext cx="301752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6791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3E6D4"/>
                </a:solidFill>
                <a:latin typeface="Calibri"/>
              </a:rPr>
              <a:t>E2 head-on aisle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551176"/>
            <a:ext cx="406908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679192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4B2B"/>
                </a:solidFill>
                <a:latin typeface="Calibri"/>
              </a:rPr>
              <a:t>incomplete · 1/3 jobs · 2 deadlocks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551176"/>
            <a:ext cx="406908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2679192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9E8A"/>
                </a:solidFill>
                <a:latin typeface="Calibri"/>
              </a:rPr>
              <a:t>50 ticks · 3/3 · 0 deadlocks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18104"/>
            <a:ext cx="301752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3E6D4"/>
                </a:solidFill>
                <a:latin typeface="Calibri"/>
              </a:rPr>
              <a:t>E3 aisle blocked t=16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118104"/>
            <a:ext cx="406908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24612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4B2B"/>
                </a:solidFill>
                <a:latin typeface="Calibri"/>
              </a:rPr>
              <a:t>incomplete · 3/6 jobs · 3 deadlocks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118104"/>
            <a:ext cx="4069080" cy="56692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24612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9E8A"/>
                </a:solidFill>
                <a:latin typeface="Calibri"/>
              </a:rPr>
              <a:t>99 ticks · 6/6 · 0 deadlocks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85032"/>
            <a:ext cx="301752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3E6D4"/>
                </a:solidFill>
                <a:latin typeface="Calibri"/>
              </a:rPr>
              <a:t>8 robots · 16 tasks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3685032"/>
            <a:ext cx="406908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016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4B2B"/>
                </a:solidFill>
                <a:latin typeface="Calibri"/>
              </a:rPr>
              <a:t>incomplete · 1/16 jobs · 8 deadlocks · 1 stalls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685032"/>
            <a:ext cx="4069080" cy="566928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9E8A"/>
                </a:solidFill>
                <a:latin typeface="Calibri"/>
              </a:rPr>
              <a:t>327 ticks · 16/16 · 13 conflicts · 2 handoffs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34256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A106"/>
                </a:solidFill>
                <a:latin typeface="Calibri"/>
              </a:rPr>
              <a:t>How to read this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Stop-and-wait freezes on mutual occupancy, so distance is low and wait ≈ 1. UBPA travels farther because it finishes the jobs. Tick limit 800. comparable=false, so improvement % is n/a. Clean run finishes at 93 ticks.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9A58C"/>
                </a:solidFill>
                <a:latin typeface="Calibri"/>
              </a:rPr>
              <a:t>Scale (probe, not headline): 8 robots / 16 tasks finish on 5/5 seeds at 327 ticks, 13 conflicts, 2 stall handoffs. Stop-and-wait finishes 0/5. 6 robots / 12 tasks finish 5/5 at 99 ticks; 10 robots / 20 tasks finish 5/5 at 180 ticks.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9A58C"/>
                </a:solidFill>
                <a:latin typeface="Calibri"/>
              </a:rPr>
              <a:t>Attribution: the 5 fixes RC1-RC5 were each switched off. All off, 3-tick radio delay finishes 0/5 runs (577 intention conflicts); all off, 70% loss drops 5106 packets/run; RC5 off alone leaves the 8-robot run at 14/16 tasks with 37 deadlocks and no finish.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9A58C"/>
                </a:solidFill>
                <a:latin typeface="Calibri"/>
              </a:rPr>
              <a:t>Published trade-off: with age-corrected peer reservations off (RC2) the 3-tick delay case still finishes but at 94 ticks with 3 intention conflicts, against 103 ticks and 0 conflicts shipped. We pay 9 ticks to remove those conflicts.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LIVE DEMO  ·  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9E8A"/>
                </a:solidFill>
                <a:latin typeface="Calibri"/>
              </a:rPr>
              <a:t>python scripts/run_demo.py   →   http://127.0.0.1:8765/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0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344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3807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Three AMRs. No dispatcher. Point at the radio feed.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01168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15798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Auction: lowest valid cost. That is why a nearer robot took the pick.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35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8892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3522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Head-on in the 1-wide aisle. UBPA. One yields. Both continue.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56616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1246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BLOCK AISLE or click a cell. Replan or RELEASE + re-auction.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34340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48970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Drag packet-loss to 40%: same 6/6 finish, later (137–196 vs 93), 0 deadlocks.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669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1206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2669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Flip policy to stop-and-wait. Same map. They stall. That is the usefulness.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DEPLOYMENT PATH  ·  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Honest path. We did not fake a warehouse pilot.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Laptop sim. Same robot code. Spectator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One Raspberry Pi per robot. UDP multicast = this PeerBus.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Pilot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3 AMRs, one aisle, one human picker, one blocked carton.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Scale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Only after the 3-robot yield works on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44B2B"/>
                </a:solidFill>
                <a:latin typeface="Calibri"/>
              </a:rPr>
              <a:t>What we do not claim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Real AMRs, production 5G mesh, on-robot GPU, 40-robot scale, or a signed 3PL deployment. Simulated: radio, lidar-range sense, battery drain, laptop clock as edge CPU proxy.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3E6D4"/>
                </a:solidFill>
                <a:latin typeface="Calibri"/>
              </a:rPr>
              <a:t>Robots that argue in the aisle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E0A106"/>
                </a:solidFill>
                <a:latin typeface="Calibri"/>
              </a:rPr>
              <a:t>do not wait for a control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assigns tasks?  Nobody. Each robot bids.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has right of way?  UBPA, then robot id.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What if radio is stale?  Stalemate timeout. Lower id yields.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python scripts/run_demo.py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